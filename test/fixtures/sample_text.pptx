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th2llm PPTX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slide for PPTX conversion in th2llm RAG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